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introduce team + headline result. QAOA hit the certified optimum on every date, recovering approximately $4.5M in cumulative profit. This is the punchline; the rest of the deck defends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problem. Emphasize that the number of feasible combinations explodes with order count — brute force works at 5 orders (1,024 combinations) but not at 25 (10^15) or 82 orders. This is why we need better methods.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solvers on the same 5-order subinstance. The two baselines are required deliverables. QAOA is our quantum arm. MILP is our classical arm. Every solver scored against a brute-force certified optimum — 1,024 combinations, exhaustively evaluated.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arms optimize the same objective. QAOA uses a QUBO with an XY mixer for the exactly-one-DC constraint. MILP encodes all 7 constraints natively. The C4 divert hurdle took us three attempts to linearise correctly — a good example of why we need a certified-optimum reference.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QAOA had 0% gap and F1 = 1.00 on every date. MILP and Baseline 2 tracked the optimum closely on 4 of 5 dates but crashed on 2024-06-25 — MILP F1 fell to 0.20, greedy to 0.40. This single data point is the strongest evidence for the quantum arm's robustness on this dataset.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Three-part honest limits story. Scaling: qubits grow linearly, search space grows exponentially, but we can't yet run at the scale where that matters. Noise: gate error erodes the XY mixer's constraint-preservation. Path forward: batching + real hardware.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planner view. It's not a static PDF — it's an interactive dashboard reviewers can actually use. Links to the live app and GitHub repo at the bottom. Thank the audience.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NESTLÉ × WISER 2026 · CHALLENGE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Optimization for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Order Management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QAOA + MILP Approach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7315200" cy="21945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79476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$4.5M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822960" y="49377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cumulative profit recovered across 5 planning dates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34924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matched the certified optimum on every date (F1 = 1.00, 0% gap)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3657600"/>
            <a:ext cx="3566160" cy="21945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3840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75320" y="41148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Convergents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75320" y="47091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Harika Yanamadala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75320" y="50292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Induja Bhanu Kodavati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75320" y="5440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Distributed Order Management does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weighted exact-cover assignment problem — combinatorial by nature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03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default DC cannot fully satisfy a customer order — inventory, dock, throughput, or picking constraints — planners must decide whether to divert the order to an alternate DC or leave it unassigned.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objective is to maximize (Revenue − Penalty − Shipping) subject to inventory, dock, and capacity constraints.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COMBINATORIAL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17920" y="1965960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9659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orders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138160" y="196596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1,024 combinations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788920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278892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orders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38160" y="278892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10¹⁵ combinations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17920" y="3611880"/>
            <a:ext cx="5394960" cy="64008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361188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 orders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38160" y="361188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astronomical combinations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45720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search space grows exponentially — brute force stops working past ~20 orders.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5669280"/>
            <a:ext cx="11064240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66928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regime where heuristics, MILP, and quantum/quantum-inspired methods each offer a different quality-vs-cost trade-off.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solvers benchmarked against a brute-force certified optimum on the same 5-order subinstance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103120"/>
            <a:ext cx="269748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91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21214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DC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order stays at its default plant. The "do nothing" reference.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64592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0" y="164592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2103120"/>
            <a:ext cx="2697480" cy="36576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20440" y="1691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520440" y="21214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Heuristic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66160" y="26974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Divert only if fill improvement clears the PoC business rule (≥5% or 100 cases).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64592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64592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2103120"/>
            <a:ext cx="269748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5080" y="1691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355080" y="21214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(simulated)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26974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with XY-mixer for C1, CVaR α=0.20, layers 1-3, seed 7 primary.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052560" y="1645920"/>
            <a:ext cx="2697480" cy="40233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052560" y="1645920"/>
            <a:ext cx="2697480" cy="822960"/>
          </a:xfrm>
          <a:prstGeom prst="roundRect">
            <a:avLst>
              <a:gd name="adj" fmla="val 8889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52560" y="2103120"/>
            <a:ext cx="2697480" cy="365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89720" y="1691640"/>
            <a:ext cx="2423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89720" y="212140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Exact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35440" y="2697480"/>
            <a:ext cx="2331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PuLP + CBC solving the complete 7-constraint PoC formulation.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48640" y="5852160"/>
            <a:ext cx="11064240" cy="594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58521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planning dates · 5 orders × 4 columns = 20 qubits · certified optimum via exhaustive enumeration of 1,024 assignments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Formulation snapshot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arms sharing the same objective — different constraint encodings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0" y="1508760"/>
            <a:ext cx="5760720" cy="594360"/>
          </a:xfrm>
          <a:prstGeom prst="roundRect">
            <a:avLst>
              <a:gd name="adj" fmla="val 1230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1508760"/>
            <a:ext cx="5760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Maximize:  Revenue − Penalty − Shipping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— Quantum Arm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0175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QUBO with unbalanced penalty encoding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XY mixer enforces C1 structurally — no penalty needed for "one DC per order"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CVaR objective at α = 0.20 (best 20% of samples)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COBYLA outer loop across layers 1-3, 2048 shots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C1-C7 encoded per column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26480" y="2331720"/>
            <a:ext cx="548640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55080" y="246888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 — Classical Arm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355080" y="3017520"/>
            <a:ext cx="50292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PoC formulation (PuLP + CBC solver)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7 constraints native linear/integer (no penalty terms)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C3b: 5-day forward inventory reserve at alternate DC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5% or 100-case divert hurdle (took 3 attempts to linearise)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Deterministic; 30-second time limit per instance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the money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hit the ceiling. MILP hit the wall on the hard date.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Averaged leaderboard across 5 planning dates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943600" cy="411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01168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03120" y="201168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$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20116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%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89120" y="20116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F1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20116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423160"/>
            <a:ext cx="5943600" cy="548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4231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03120" y="242316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$900,954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0.0%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389120" y="242316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394960" y="242316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59436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9718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103120" y="297180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$896,014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97180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0.8%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89120" y="2971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94960" y="297180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3520440"/>
            <a:ext cx="59436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35204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103120" y="35204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$894,713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474720" y="352044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1.0%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389120" y="352044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0.751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94960" y="35204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4069080"/>
            <a:ext cx="5943600" cy="54864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40690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1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2103120" y="406908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$181,865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74720" y="406908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75.1%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389120" y="406908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0.000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406908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0.01s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66560" y="1600200"/>
            <a:ext cx="4846320" cy="4709160"/>
          </a:xfrm>
          <a:prstGeom prst="roundRect">
            <a:avLst>
              <a:gd name="adj" fmla="val 155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5160" y="17830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06-25 STORY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995160" y="21945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0.20</a:t>
            </a:r>
            <a:endParaRPr lang="en-US" sz="4800" dirty="0"/>
          </a:p>
        </p:txBody>
      </p:sp>
      <p:sp>
        <p:nvSpPr>
          <p:cNvPr id="38" name="Text 36"/>
          <p:cNvSpPr/>
          <p:nvPr/>
        </p:nvSpPr>
        <p:spPr>
          <a:xfrm>
            <a:off x="6995160" y="3063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MILP's recovery on 2024-06-25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995160" y="36576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= 1.00</a:t>
            </a:r>
            <a:endParaRPr lang="en-US" sz="4800" dirty="0"/>
          </a:p>
        </p:txBody>
      </p:sp>
      <p:sp>
        <p:nvSpPr>
          <p:cNvPr id="40" name="Text 38"/>
          <p:cNvSpPr/>
          <p:nvPr/>
        </p:nvSpPr>
        <p:spPr>
          <a:xfrm>
            <a:off x="6995160" y="452628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on the same date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995160" y="512064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one materially harder instance, MILP and greedy degraded sharply while QAOA held the optimum. This is why we didn't average away per-date detail.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Scaling, noise, and honest limits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breaks as the problem grows — and how we'd address it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7091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228600" cy="2286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qubits ≈ orders × (alt + 2)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77240" y="3566160"/>
            <a:ext cx="3154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count grows linearly with orders while the classical search space grows exponentially. Our current QAOA is simulator-bound to ~25 qubits (5-6 orders); the crossover where quantum matters is estimated at hundreds of orders.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97680" y="1600200"/>
            <a:ext cx="3611880" cy="47091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1965960"/>
            <a:ext cx="228600" cy="2286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4632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 SENSITIVITY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26280" y="22860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 → 77% → 37%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26280" y="3566160"/>
            <a:ext cx="3154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In-subspace shots drop from 100% (ideal) to 94% at 0.1% two-qubit error, 77% at 0.5%, and 37% at 2%. XY-mixer constraint preservation is a property of the ideal circuit — realistic hardware needs more shots or shallower circuits.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046720" y="1600200"/>
            <a:ext cx="3611880" cy="470916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75320" y="1965960"/>
            <a:ext cx="228600" cy="228600"/>
          </a:xfrm>
          <a:prstGeom prst="ellipse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0" y="1920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FORWARD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75320" y="2286000"/>
            <a:ext cx="3154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Batching or hardware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5320" y="3566160"/>
            <a:ext cx="315468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research directions to close the gap: (1) validated batching or decomposition strategies for larger instance sizes; (2) real quantum hardware with lower two-qubit gate error. Both are on our roadmap.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Planner-view app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dashboard, not a static one-pager — reviewers can interrogate the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217920" cy="3200400"/>
          </a:xfrm>
          <a:prstGeom prst="roundRect">
            <a:avLst>
              <a:gd name="adj" fmla="val 2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DEMO DATA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22960" y="219456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$4,533,712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additional profit if all recommendations are approved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32461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QAOA recovered the certified optimum on every date · 20 recommended diverts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18288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0" y="210312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Convergents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22960" y="40233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0233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06-17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83664" y="40233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83664" y="40233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06-19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944368" y="40233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944368" y="40233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 06-21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05072" y="40233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05072" y="40233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06-23 ⚠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65776" y="4023360"/>
            <a:ext cx="960120" cy="457200"/>
          </a:xfrm>
          <a:prstGeom prst="roundRect">
            <a:avLst>
              <a:gd name="adj" fmla="val 12000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65776" y="4023360"/>
            <a:ext cx="960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 06-25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040880" y="1600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1920240"/>
            <a:ext cx="45720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of 5 dates, order-by-order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all 4 solvers side-by-side with live charts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Optimality-gap heatmap for cross-date insight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AI-generated business explanations per order (Gemini)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Ask-the-AI chat over the loaded numbers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one-page HTML snapshot for any date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257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APP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22960" y="5532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domplanner-convergence.streamlit.app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5943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22960" y="6126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github.com/HarikaYanamadala/Dom_Planner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772400" y="534924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8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Nestlé DOM — Hybrid QAOA + MILP</dc:title>
  <dc:subject>PptxGenJS Presentation</dc:subject>
  <dc:creator>The Convergents</dc:creator>
  <cp:lastModifiedBy>The Convergents</cp:lastModifiedBy>
  <cp:revision>1</cp:revision>
  <dcterms:created xsi:type="dcterms:W3CDTF">2026-08-04T10:24:27Z</dcterms:created>
  <dcterms:modified xsi:type="dcterms:W3CDTF">2026-08-04T10:24:27Z</dcterms:modified>
</cp:coreProperties>
</file>